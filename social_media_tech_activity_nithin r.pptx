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Social Media Activity based on a Tech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SIDDHESWAR S</a:t>
            </a:r>
          </a:p>
          <a:p>
            <a:r>
              <a:t>Reg No: 922525121027</a:t>
            </a:r>
          </a:p>
          <a:p>
            <a:r>
              <a:t>Dept: BIO-MEDICAL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Technology on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Social media helps share technology knowledge quickly</a:t>
            </a:r>
          </a:p>
          <a:p>
            <a:r>
              <a:t>• Tech topics reach millions of users worldwide</a:t>
            </a:r>
          </a:p>
          <a:p>
            <a:r>
              <a:t>• Students can create awareness through posts</a:t>
            </a:r>
          </a:p>
          <a:p>
            <a:r>
              <a:t>• Platforms include Instagram, LinkedIn and YouTube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helps automate daily tasks</a:t>
            </a:r>
          </a:p>
          <a:p>
            <a:r>
              <a:t>• Used in voice assistants and smart devices</a:t>
            </a:r>
          </a:p>
          <a:p>
            <a:r>
              <a:t>• Helps in recommendations on apps</a:t>
            </a:r>
          </a:p>
          <a:p>
            <a:r>
              <a:t>• Makes technology smarter and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 personal information online</a:t>
            </a:r>
          </a:p>
          <a:p>
            <a:r>
              <a:t>• Use strong passwords</a:t>
            </a:r>
          </a:p>
          <a:p>
            <a:r>
              <a:t>• Enable two-factor authentication</a:t>
            </a:r>
          </a:p>
          <a:p>
            <a:r>
              <a:t>• Avoid suspicious links and messages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of Things (IoT)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IoT connects devices through the internet</a:t>
            </a:r>
          </a:p>
          <a:p>
            <a:r>
              <a:t>• Used in smart homes and smart watches</a:t>
            </a:r>
          </a:p>
          <a:p>
            <a:r>
              <a:t>• Improves convenience and automation</a:t>
            </a:r>
          </a:p>
          <a:p>
            <a:r>
              <a:t>• Helps monitor devices remotely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Robotics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Robots help in industries and hospitals</a:t>
            </a:r>
          </a:p>
          <a:p>
            <a:r>
              <a:t>• Used for precision and automation</a:t>
            </a:r>
          </a:p>
          <a:p>
            <a:r>
              <a:t>• Reduces human effort in risky jobs</a:t>
            </a:r>
          </a:p>
          <a:p>
            <a:r>
              <a:t>• Important future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data on internet servers</a:t>
            </a:r>
          </a:p>
          <a:p>
            <a:r>
              <a:t>• Allows access from anywhere</a:t>
            </a:r>
          </a:p>
          <a:p>
            <a:r>
              <a:t>• Used for file sharing and backup</a:t>
            </a:r>
          </a:p>
          <a:p>
            <a:r>
              <a:t>• Important for businesses and students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Focuses on eco-friendly innovations</a:t>
            </a:r>
          </a:p>
          <a:p>
            <a:r>
              <a:t>• Includes solar and renewable energy</a:t>
            </a:r>
          </a:p>
          <a:p>
            <a:r>
              <a:t>• Reduces environmental pollution</a:t>
            </a:r>
          </a:p>
          <a:p>
            <a:r>
              <a:t>• Supports sustainable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Social media spreads tech awareness quickly</a:t>
            </a:r>
          </a:p>
          <a:p>
            <a:r>
              <a:t>• Students can educate others about technology</a:t>
            </a:r>
          </a:p>
          <a:p>
            <a:r>
              <a:t>• Helps people understand modern innovations</a:t>
            </a:r>
          </a:p>
          <a:p>
            <a:r>
              <a:t>• Technology knowledge builds a better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